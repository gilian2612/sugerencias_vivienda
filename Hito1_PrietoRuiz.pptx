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0972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en Bogotá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PTIA · Hito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3520440"/>
            <a:ext cx="3657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Prieto · William Santiago Ruiz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01 · Escuela Colombiana de Ingeniería Julio Garavito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nos interesa resolver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0241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electiva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441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no logra saber qué electiva técnica o humanística debería cursar en el próximo semestre.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14884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212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barrio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328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que se muda de ciudad o barrio no logra encontrar un sector que se acomode a sus necesidades y gustos.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4015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721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con bajo promedio constante está en riesgo de no continuar su carrera y necesita orientación.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PTIA? Las tres problemáticas se resuelven con aprendizaje automático supervisado (KNN + dataset estructurado).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relacionados · Problema 1: Electiva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691640"/>
          </a:xfrm>
          <a:prstGeom prst="roundRect">
            <a:avLst>
              <a:gd name="adj" fmla="val 4324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00584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Recommender System Built on Success (Wagner et al., 2024)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33502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Educational Data Mining · Revista indexada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62763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KNN que recomienda cursos antes de cada semestre buscando los k=5 vecinos más cercanos con historial exitoso. Features: cursos aprobados y calificaciones. Misma lógica del proyecto: perfil de entrada → recomendación de curso.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8503920" cy="1691640"/>
          </a:xfrm>
          <a:prstGeom prst="roundRect">
            <a:avLst>
              <a:gd name="adj" fmla="val 4324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788920"/>
            <a:ext cx="54864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986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803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Recommender for Dynamic Elective Course Selection (Ogunde &amp; Ajibade, 2019)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20954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Journal of Data Science and Analysis · DOI: 10.11648/j.ijdsa.20190506.14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0215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colaborativo basado en KNN que recomienda electivas a estudiantes de pregrado según sus notas en cursos previos relacionados. Dataset real de resultados académicos. Supera métodos anteriores en la literatura.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relacionados · Problema 2: Barrio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691640"/>
          </a:xfrm>
          <a:prstGeom prst="roundRect">
            <a:avLst>
              <a:gd name="adj" fmla="val 4324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00584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Machine Learning in Real Estate Research (Choy &amp; Ho, 2023)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33502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Land · DOI: 10.3390/land12040740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62763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KNN, Extra Trees y Random Forest sobre 24,317 transacciones inmobiliarias en Hong Kong. Features: área, piso, antigüedad, transporte, precio. KNN obtiene R²=0.90 en el conjunto de prueba, superando la regresión hedónica tradicional.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8503920" cy="1691640"/>
          </a:xfrm>
          <a:prstGeom prst="roundRect">
            <a:avLst>
              <a:gd name="adj" fmla="val 4324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788920"/>
            <a:ext cx="54864" cy="1691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986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803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Property Recommendation System (Academia.edu, 2018)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20954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academia.edu/37195157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02152"/>
            <a:ext cx="7818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de propiedades para inversionistas del Reino Unido usando feature-weighted KNN. Dataset de Zoopla (habitaciones, ubicación, precio). Precisión ~95% en propiedades estándar con k=3. Misma estructura: perfil → KNN → recomendación.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seleccionado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que se muda de ciudad o de barrio no logra encontrar ni definir parámetros para su búsqueda de nuevo hogar, debiendo considerar colegios para hijos, cercanía al transporte, presupuesto, garajes y cercanía al trabajo — y termina tomando decisiones sesgadas basadas en opiniones de terceros.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50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universal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mundo busca vivienda en alguna etapa de su vida.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23317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64992" y="2450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construible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8346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 en DANE, Metrocuadrado y Finca Raíz.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233172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2784" y="2450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altamente aplicable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8346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barrio es un punto en el espacio; el usuario busca el vecino más cercano a su perfil.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principal: En Bogotá no existe una herramienta que traduzca el estilo de vida de una persona en una recomendación concreta de barrio. La búsqueda es manual, desordenada y sesgada por precio o conocidos, ignorando variables clave como seguridad, transporte y colegios.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801368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92024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28163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12 meses en zona equivocada implica multas, mudanzas adicionales y arriendo pagado en vano ($800.000 – $2.500.000 COP/mes).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801368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920240"/>
            <a:ext cx="731520" cy="731520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3367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8163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vida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tiene uno de los tiempos de desplazamiento más altos de América Latina. Un barrio mal elegido afecta bienestar, salud y productividad.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5624" y="1801368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41464" y="1920240"/>
            <a:ext cx="731520" cy="7315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146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28163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información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320040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democratiza una recomendación de calidad hoy reservada a quienes conocen bien la ciudad o pueden pagar un asesor inmobiliario.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papel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841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1 — Formulario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vivir en Bogotá?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tus preferencias (1 = No importa · 5 = Muy importante)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público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38328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03120"/>
            <a:ext cx="27066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3118104" y="203911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2057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338328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578608"/>
            <a:ext cx="270662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118104" y="2514600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1920" y="2532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779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arriendo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338328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054096"/>
            <a:ext cx="135331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764792" y="2990088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31920" y="30083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255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 universidades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29584"/>
            <a:ext cx="338328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529584"/>
            <a:ext cx="33832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794760" y="346557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31920" y="34838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verdes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005072"/>
            <a:ext cx="338328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005072"/>
            <a:ext cx="2029968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441448" y="394106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31920" y="39593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29768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2920" y="4297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barrios →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315968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754880" y="77724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19472" y="841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2 — Resultados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919472" y="1170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recomendados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919472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más similares a tu perfil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64608" y="1828800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83480" y="1883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· Mejor coincidencia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983480" y="2066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Chapinero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983480" y="2304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✓  Univ. ✓  Precio alto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83480" y="2542032"/>
            <a:ext cx="274320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2542032"/>
            <a:ext cx="2523744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0" y="2496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64608" y="2816352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83480" y="2871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983480" y="30540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Teusaquillo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983480" y="3291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Parques ✓  Seguro ✓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83480" y="3529584"/>
            <a:ext cx="274320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983480" y="3529584"/>
            <a:ext cx="233172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772400" y="3483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64608" y="3803904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98348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983480" y="4041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Candelaria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983480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bajo ✓  Univ. ✓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983480" y="4517136"/>
            <a:ext cx="274320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9" name="Shape 57"/>
          <p:cNvSpPr/>
          <p:nvPr/>
        </p:nvSpPr>
        <p:spPr>
          <a:xfrm>
            <a:off x="4983480" y="4517136"/>
            <a:ext cx="2139696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772400" y="4471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0" cy="6400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28600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51760"/>
            <a:ext cx="-228600" cy="5029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51760"/>
            <a:ext cx="228600" cy="50292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32004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Bogotá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0" y="777240"/>
            <a:ext cx="7132320" cy="4114800"/>
          </a:xfrm>
          <a:prstGeom prst="roundRect">
            <a:avLst>
              <a:gd name="adj" fmla="val 2222"/>
            </a:avLst>
          </a:prstGeom>
          <a:solidFill>
            <a:srgbClr val="F9F9F9"/>
          </a:solidFill>
          <a:ln w="12700">
            <a:solidFill>
              <a:srgbClr val="DDDDD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737360" y="7955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de barrios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502920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11887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preferencias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502920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21488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barrios recomendados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502920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1089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 de barrio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4069080"/>
            <a:ext cx="5029200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40690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barrios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2286000"/>
            <a:ext cx="2194560" cy="-768096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286000"/>
            <a:ext cx="2194560" cy="19202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2286000"/>
            <a:ext cx="2194560" cy="115214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2286000"/>
            <a:ext cx="2194560" cy="2112264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casos de uso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preferencias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64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ajusta 5 sliders (transporte, seguridad, precio, universidades, zonas verdes). El sistema construye el vector de preferencias.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05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barrios recomendados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64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calcula distancia euclidiana contra el dataset y retorna los 3 barrios más cercanos con porcentaje de similitud y badges.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2608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10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 de barrio «include»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58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seleccionar un resultado, el sistema muestra la ficha completa del barrio: localidad, estrato, precio promedio y valores de cada variable.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017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310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barrios «extend»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7588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los resultados, el usuario puede comparar dos barrios lado a lado con tabla de atributos reales.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200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completado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7472" y="221284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1762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problemas candidatos identificados y justificados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271576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6791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trabajos relacionados con tecnología y resultados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321868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318211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seleccionado: recomendador de barrios en Bogotá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372160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6850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selección, justificación y problema principal documentados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422452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41879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papel y diagrama de casos de uso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Prieto · William Santiago Ruiz · Grupo 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2026-08-29T23:42:47Z</dcterms:created>
  <dcterms:modified xsi:type="dcterms:W3CDTF">2026-08-29T23:42:47Z</dcterms:modified>
</cp:coreProperties>
</file>